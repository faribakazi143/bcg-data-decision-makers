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822960" y="347472"/>
            <a:ext cx="10881360" cy="333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0" dist="0" dir="5400000">
              <a:srgbClr val="000000">
                <a:alpha val="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Campaign A via Email Drove the Highest New-Customer Sales</a:t>
            </a:r>
          </a:p>
        </p:txBody>
      </p:sp>
      <p:pic>
        <p:nvPicPr>
          <p:cNvPr id="9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89093" y="1016388"/>
            <a:ext cx="5084068" cy="402590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ecommendation: Prioritize Email + Campaign A to grow new customers…"/>
          <p:cNvSpPr txBox="1"/>
          <p:nvPr>
            <p:ph type="body" sz="quarter" idx="4294967295"/>
          </p:nvPr>
        </p:nvSpPr>
        <p:spPr>
          <a:xfrm>
            <a:off x="956577" y="5311396"/>
            <a:ext cx="10614126" cy="1246683"/>
          </a:xfrm>
          <a:prstGeom prst="rect">
            <a:avLst/>
          </a:prstGeom>
        </p:spPr>
        <p:txBody>
          <a:bodyPr/>
          <a:lstStyle/>
          <a:p>
            <a:pPr marL="0" indent="0" algn="ctr" defTabSz="269747">
              <a:buSzTx/>
              <a:buFontTx/>
              <a:buNone/>
              <a:defRPr b="1" sz="1769"/>
            </a:pPr>
            <a:r>
              <a:t>Recommendation: Prioritize Email + Campaign A to grow new customers</a:t>
            </a:r>
            <a:endParaRPr b="0">
              <a:latin typeface="Carlito"/>
              <a:ea typeface="Carlito"/>
              <a:cs typeface="Carlito"/>
              <a:sym typeface="Carlito"/>
            </a:endParaRPr>
          </a:p>
          <a:p>
            <a:pPr marL="0" indent="0" algn="ctr" defTabSz="269747">
              <a:buSzTx/>
              <a:buFontTx/>
              <a:buNone/>
              <a:defRPr sz="1769">
                <a:latin typeface="Carlito"/>
                <a:ea typeface="Carlito"/>
                <a:cs typeface="Carlito"/>
                <a:sym typeface="Carlito"/>
              </a:defRPr>
            </a:pPr>
            <a:r>
              <a:t>Campaign A beat Campaign B with new customers on every channel — $2,124 vs $1,382 on Email, the top combo. Email also had the widest reach. Scale Email + Campaign A and test a follow-up; keep Campaign B for existing customers.</a:t>
            </a:r>
          </a:p>
        </p:txBody>
      </p:sp>
      <p:pic>
        <p:nvPicPr>
          <p:cNvPr id="9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1447" y="1002077"/>
            <a:ext cx="5372101" cy="4025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